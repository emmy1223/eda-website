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18288000" cy="10287000"/>
  <p:notesSz cx="6858000" cy="9144000"/>
  <p:embeddedFontLst>
    <p:embeddedFont>
      <p:font typeface="Roca One" charset="1" panose="00000500000000000000"/>
      <p:regular r:id="rId14"/>
    </p:embeddedFont>
    <p:embeddedFont>
      <p:font typeface="Montserrat" charset="1" panose="00000500000000000000"/>
      <p:regular r:id="rId15"/>
    </p:embeddedFont>
    <p:embeddedFont>
      <p:font typeface="Montserrat Bold" charset="1" panose="00000800000000000000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6.svg" Type="http://schemas.openxmlformats.org/officeDocument/2006/relationships/image"/><Relationship Id="rId2" Target="../media/image8.png" Type="http://schemas.openxmlformats.org/officeDocument/2006/relationships/image"/><Relationship Id="rId3" Target="../media/image9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1.png" Type="http://schemas.openxmlformats.org/officeDocument/2006/relationships/image"/><Relationship Id="rId7" Target="../media/image2.svg" Type="http://schemas.openxmlformats.org/officeDocument/2006/relationships/image"/><Relationship Id="rId8" Target="../media/image7.png" Type="http://schemas.openxmlformats.org/officeDocument/2006/relationships/image"/><Relationship Id="rId9" Target="../media/image5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3.png" Type="http://schemas.openxmlformats.org/officeDocument/2006/relationships/image"/><Relationship Id="rId4" Target="../media/image4.svg" Type="http://schemas.openxmlformats.org/officeDocument/2006/relationships/image"/><Relationship Id="rId5" Target="../media/image8.png" Type="http://schemas.openxmlformats.org/officeDocument/2006/relationships/image"/><Relationship Id="rId6" Target="../media/image9.svg" Type="http://schemas.openxmlformats.org/officeDocument/2006/relationships/image"/><Relationship Id="rId7" Target="../media/image1.png" Type="http://schemas.openxmlformats.org/officeDocument/2006/relationships/image"/><Relationship Id="rId8" Target="../media/image2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6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8.png" Type="http://schemas.openxmlformats.org/officeDocument/2006/relationships/image"/><Relationship Id="rId7" Target="../media/image9.svg" Type="http://schemas.openxmlformats.org/officeDocument/2006/relationships/image"/><Relationship Id="rId8" Target="../media/image7.png" Type="http://schemas.openxmlformats.org/officeDocument/2006/relationships/image"/><Relationship Id="rId9" Target="../media/image5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7.png" Type="http://schemas.openxmlformats.org/officeDocument/2006/relationships/image"/><Relationship Id="rId7" Target="../media/image5.png" Type="http://schemas.openxmlformats.org/officeDocument/2006/relationships/image"/><Relationship Id="rId8" Target="../media/image6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svg" Type="http://schemas.openxmlformats.org/officeDocument/2006/relationships/image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7.png" Type="http://schemas.openxmlformats.org/officeDocument/2006/relationships/image"/><Relationship Id="rId5" Target="../media/image12.png" Type="http://schemas.openxmlformats.org/officeDocument/2006/relationships/image"/><Relationship Id="rId6" Target="../media/image13.svg" Type="http://schemas.openxmlformats.org/officeDocument/2006/relationships/image"/><Relationship Id="rId7" Target="../media/image1.png" Type="http://schemas.openxmlformats.org/officeDocument/2006/relationships/image"/><Relationship Id="rId8" Target="../media/image2.svg" Type="http://schemas.openxmlformats.org/officeDocument/2006/relationships/image"/><Relationship Id="rId9" Target="../media/image8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6.svg" Type="http://schemas.openxmlformats.org/officeDocument/2006/relationships/image"/><Relationship Id="rId11" Target="../media/image7.png" Type="http://schemas.openxmlformats.org/officeDocument/2006/relationships/image"/><Relationship Id="rId2" Target="../media/image14.jpeg" Type="http://schemas.openxmlformats.org/officeDocument/2006/relationships/image"/><Relationship Id="rId3" Target="../media/image12.png" Type="http://schemas.openxmlformats.org/officeDocument/2006/relationships/image"/><Relationship Id="rId4" Target="../media/image13.svg" Type="http://schemas.openxmlformats.org/officeDocument/2006/relationships/image"/><Relationship Id="rId5" Target="../media/image1.png" Type="http://schemas.openxmlformats.org/officeDocument/2006/relationships/image"/><Relationship Id="rId6" Target="../media/image2.svg" Type="http://schemas.openxmlformats.org/officeDocument/2006/relationships/image"/><Relationship Id="rId7" Target="../media/image3.png" Type="http://schemas.openxmlformats.org/officeDocument/2006/relationships/image"/><Relationship Id="rId8" Target="../media/image4.svg" Type="http://schemas.openxmlformats.org/officeDocument/2006/relationships/image"/><Relationship Id="rId9" Target="../media/image5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6.svg" Type="http://schemas.openxmlformats.org/officeDocument/2006/relationships/image"/><Relationship Id="rId11" Target="../media/image7.png" Type="http://schemas.openxmlformats.org/officeDocument/2006/relationships/image"/><Relationship Id="rId2" Target="../media/image14.jpeg" Type="http://schemas.openxmlformats.org/officeDocument/2006/relationships/image"/><Relationship Id="rId3" Target="../media/image12.png" Type="http://schemas.openxmlformats.org/officeDocument/2006/relationships/image"/><Relationship Id="rId4" Target="../media/image13.svg" Type="http://schemas.openxmlformats.org/officeDocument/2006/relationships/image"/><Relationship Id="rId5" Target="../media/image1.png" Type="http://schemas.openxmlformats.org/officeDocument/2006/relationships/image"/><Relationship Id="rId6" Target="../media/image2.svg" Type="http://schemas.openxmlformats.org/officeDocument/2006/relationships/image"/><Relationship Id="rId7" Target="../media/image3.png" Type="http://schemas.openxmlformats.org/officeDocument/2006/relationships/image"/><Relationship Id="rId8" Target="../media/image4.svg" Type="http://schemas.openxmlformats.org/officeDocument/2006/relationships/image"/><Relationship Id="rId9" Target="../media/image5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08591" y="6822342"/>
            <a:ext cx="5144814" cy="758134"/>
            <a:chOff x="0" y="0"/>
            <a:chExt cx="1355013" cy="19967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55013" cy="199673"/>
            </a:xfrm>
            <a:custGeom>
              <a:avLst/>
              <a:gdLst/>
              <a:ahLst/>
              <a:cxnLst/>
              <a:rect r="r" b="b" t="t" l="l"/>
              <a:pathLst>
                <a:path h="199673" w="1355013">
                  <a:moveTo>
                    <a:pt x="76745" y="0"/>
                  </a:moveTo>
                  <a:lnTo>
                    <a:pt x="1278268" y="0"/>
                  </a:lnTo>
                  <a:cubicBezTo>
                    <a:pt x="1320653" y="0"/>
                    <a:pt x="1355013" y="34360"/>
                    <a:pt x="1355013" y="76745"/>
                  </a:cubicBezTo>
                  <a:lnTo>
                    <a:pt x="1355013" y="122928"/>
                  </a:lnTo>
                  <a:cubicBezTo>
                    <a:pt x="1355013" y="143282"/>
                    <a:pt x="1346927" y="162803"/>
                    <a:pt x="1332535" y="177195"/>
                  </a:cubicBezTo>
                  <a:cubicBezTo>
                    <a:pt x="1318142" y="191588"/>
                    <a:pt x="1298622" y="199673"/>
                    <a:pt x="1278268" y="199673"/>
                  </a:cubicBezTo>
                  <a:lnTo>
                    <a:pt x="76745" y="199673"/>
                  </a:lnTo>
                  <a:cubicBezTo>
                    <a:pt x="34360" y="199673"/>
                    <a:pt x="0" y="165313"/>
                    <a:pt x="0" y="122928"/>
                  </a:cubicBezTo>
                  <a:lnTo>
                    <a:pt x="0" y="76745"/>
                  </a:lnTo>
                  <a:cubicBezTo>
                    <a:pt x="0" y="34360"/>
                    <a:pt x="34360" y="0"/>
                    <a:pt x="76745" y="0"/>
                  </a:cubicBezTo>
                  <a:close/>
                </a:path>
              </a:pathLst>
            </a:custGeom>
            <a:solidFill>
              <a:srgbClr val="FFB607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355013" cy="2377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638270" y="1692504"/>
            <a:ext cx="2035774" cy="631090"/>
          </a:xfrm>
          <a:custGeom>
            <a:avLst/>
            <a:gdLst/>
            <a:ahLst/>
            <a:cxnLst/>
            <a:rect r="r" b="b" t="t" l="l"/>
            <a:pathLst>
              <a:path h="631090" w="2035774">
                <a:moveTo>
                  <a:pt x="0" y="0"/>
                </a:moveTo>
                <a:lnTo>
                  <a:pt x="2035774" y="0"/>
                </a:lnTo>
                <a:lnTo>
                  <a:pt x="2035774" y="631090"/>
                </a:lnTo>
                <a:lnTo>
                  <a:pt x="0" y="63109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7391559" y="340369"/>
            <a:ext cx="1850809" cy="1983225"/>
          </a:xfrm>
          <a:custGeom>
            <a:avLst/>
            <a:gdLst/>
            <a:ahLst/>
            <a:cxnLst/>
            <a:rect r="r" b="b" t="t" l="l"/>
            <a:pathLst>
              <a:path h="1983225" w="1850809">
                <a:moveTo>
                  <a:pt x="0" y="0"/>
                </a:moveTo>
                <a:lnTo>
                  <a:pt x="1850809" y="0"/>
                </a:lnTo>
                <a:lnTo>
                  <a:pt x="1850809" y="1983225"/>
                </a:lnTo>
                <a:lnTo>
                  <a:pt x="0" y="198322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4850664" y="8649594"/>
            <a:ext cx="1528080" cy="1637406"/>
          </a:xfrm>
          <a:custGeom>
            <a:avLst/>
            <a:gdLst/>
            <a:ahLst/>
            <a:cxnLst/>
            <a:rect r="r" b="b" t="t" l="l"/>
            <a:pathLst>
              <a:path h="1637406" w="1528080">
                <a:moveTo>
                  <a:pt x="0" y="0"/>
                </a:moveTo>
                <a:lnTo>
                  <a:pt x="1528080" y="0"/>
                </a:lnTo>
                <a:lnTo>
                  <a:pt x="1528080" y="1637406"/>
                </a:lnTo>
                <a:lnTo>
                  <a:pt x="0" y="163740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-2068684" y="-1717031"/>
            <a:ext cx="4137367" cy="4114800"/>
          </a:xfrm>
          <a:custGeom>
            <a:avLst/>
            <a:gdLst/>
            <a:ahLst/>
            <a:cxnLst/>
            <a:rect r="r" b="b" t="t" l="l"/>
            <a:pathLst>
              <a:path h="4114800" w="4137367">
                <a:moveTo>
                  <a:pt x="0" y="0"/>
                </a:moveTo>
                <a:lnTo>
                  <a:pt x="4137368" y="0"/>
                </a:lnTo>
                <a:lnTo>
                  <a:pt x="413736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9" id="9"/>
          <p:cNvSpPr txBox="true"/>
          <p:nvPr/>
        </p:nvSpPr>
        <p:spPr>
          <a:xfrm rot="0">
            <a:off x="2068684" y="2923167"/>
            <a:ext cx="7933777" cy="2670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859"/>
              </a:lnSpc>
            </a:pPr>
            <a:r>
              <a:rPr lang="en-US" sz="15614">
                <a:solidFill>
                  <a:srgbClr val="7A6200"/>
                </a:solidFill>
                <a:latin typeface="Roca One"/>
                <a:ea typeface="Roca One"/>
                <a:cs typeface="Roca One"/>
                <a:sym typeface="Roca One"/>
              </a:rPr>
              <a:t>E.D.A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-1759938" y="7580476"/>
            <a:ext cx="4137367" cy="4114800"/>
          </a:xfrm>
          <a:custGeom>
            <a:avLst/>
            <a:gdLst/>
            <a:ahLst/>
            <a:cxnLst/>
            <a:rect r="r" b="b" t="t" l="l"/>
            <a:pathLst>
              <a:path h="4114800" w="4137367">
                <a:moveTo>
                  <a:pt x="0" y="0"/>
                </a:moveTo>
                <a:lnTo>
                  <a:pt x="4137368" y="0"/>
                </a:lnTo>
                <a:lnTo>
                  <a:pt x="413736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AutoShape 11" id="11"/>
          <p:cNvSpPr/>
          <p:nvPr/>
        </p:nvSpPr>
        <p:spPr>
          <a:xfrm>
            <a:off x="2789452" y="5162550"/>
            <a:ext cx="6492240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2" id="12"/>
          <p:cNvSpPr/>
          <p:nvPr/>
        </p:nvSpPr>
        <p:spPr>
          <a:xfrm flipH="false" flipV="false" rot="0">
            <a:off x="13357339" y="0"/>
            <a:ext cx="4930661" cy="4808677"/>
          </a:xfrm>
          <a:custGeom>
            <a:avLst/>
            <a:gdLst/>
            <a:ahLst/>
            <a:cxnLst/>
            <a:rect r="r" b="b" t="t" l="l"/>
            <a:pathLst>
              <a:path h="4808677" w="4930661">
                <a:moveTo>
                  <a:pt x="0" y="0"/>
                </a:moveTo>
                <a:lnTo>
                  <a:pt x="4930661" y="0"/>
                </a:lnTo>
                <a:lnTo>
                  <a:pt x="4930661" y="4808677"/>
                </a:lnTo>
                <a:lnTo>
                  <a:pt x="0" y="480867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-8599" t="-11678" r="-8599" b="-8493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638270" y="6903911"/>
            <a:ext cx="4815134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Learn, Create, Excel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E4D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4217647">
            <a:off x="14274843" y="6615407"/>
            <a:ext cx="5235034" cy="4673458"/>
          </a:xfrm>
          <a:custGeom>
            <a:avLst/>
            <a:gdLst/>
            <a:ahLst/>
            <a:cxnLst/>
            <a:rect r="r" b="b" t="t" l="l"/>
            <a:pathLst>
              <a:path h="4673458" w="5235034">
                <a:moveTo>
                  <a:pt x="0" y="0"/>
                </a:moveTo>
                <a:lnTo>
                  <a:pt x="5235034" y="0"/>
                </a:lnTo>
                <a:lnTo>
                  <a:pt x="5235034" y="4673458"/>
                </a:lnTo>
                <a:lnTo>
                  <a:pt x="0" y="467345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6730404" y="-803486"/>
            <a:ext cx="2417828" cy="2590811"/>
          </a:xfrm>
          <a:custGeom>
            <a:avLst/>
            <a:gdLst/>
            <a:ahLst/>
            <a:cxnLst/>
            <a:rect r="r" b="b" t="t" l="l"/>
            <a:pathLst>
              <a:path h="2590811" w="2417828">
                <a:moveTo>
                  <a:pt x="0" y="0"/>
                </a:moveTo>
                <a:lnTo>
                  <a:pt x="2417829" y="0"/>
                </a:lnTo>
                <a:lnTo>
                  <a:pt x="2417829" y="2590811"/>
                </a:lnTo>
                <a:lnTo>
                  <a:pt x="0" y="259081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7169453" y="8448953"/>
            <a:ext cx="2408638" cy="2580963"/>
          </a:xfrm>
          <a:custGeom>
            <a:avLst/>
            <a:gdLst/>
            <a:ahLst/>
            <a:cxnLst/>
            <a:rect r="r" b="b" t="t" l="l"/>
            <a:pathLst>
              <a:path h="2580963" w="2408638">
                <a:moveTo>
                  <a:pt x="0" y="0"/>
                </a:moveTo>
                <a:lnTo>
                  <a:pt x="2408638" y="0"/>
                </a:lnTo>
                <a:lnTo>
                  <a:pt x="2408638" y="2580963"/>
                </a:lnTo>
                <a:lnTo>
                  <a:pt x="0" y="258096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415221" y="5783328"/>
            <a:ext cx="4571877" cy="26130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5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Learn how to build a powerful freelancing brand, find clients, write winning proposals, set your pricing, and scale your income from anywhere in the world.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210757" y="172717"/>
            <a:ext cx="2761237" cy="855983"/>
          </a:xfrm>
          <a:custGeom>
            <a:avLst/>
            <a:gdLst/>
            <a:ahLst/>
            <a:cxnLst/>
            <a:rect r="r" b="b" t="t" l="l"/>
            <a:pathLst>
              <a:path h="855983" w="2761237">
                <a:moveTo>
                  <a:pt x="0" y="0"/>
                </a:moveTo>
                <a:lnTo>
                  <a:pt x="2761237" y="0"/>
                </a:lnTo>
                <a:lnTo>
                  <a:pt x="2761237" y="855983"/>
                </a:lnTo>
                <a:lnTo>
                  <a:pt x="0" y="85598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591376" y="1957454"/>
            <a:ext cx="7057724" cy="27876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200"/>
              </a:lnSpc>
            </a:pPr>
            <a:r>
              <a:rPr lang="en-US" sz="8000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Freelancing</a:t>
            </a:r>
          </a:p>
          <a:p>
            <a:pPr algn="l">
              <a:lnSpc>
                <a:spcPts val="11200"/>
              </a:lnSpc>
            </a:pPr>
            <a:r>
              <a:rPr lang="en-US" sz="8000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Mastery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6525421" y="9151904"/>
            <a:ext cx="733879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9E4D41"/>
                </a:solidFill>
                <a:latin typeface="Montserrat"/>
                <a:ea typeface="Montserrat"/>
                <a:cs typeface="Montserrat"/>
                <a:sym typeface="Montserrat"/>
              </a:rPr>
              <a:t>01</a:t>
            </a:r>
          </a:p>
        </p:txBody>
      </p:sp>
      <p:grpSp>
        <p:nvGrpSpPr>
          <p:cNvPr name="Group 9" id="9"/>
          <p:cNvGrpSpPr>
            <a:grpSpLocks noChangeAspect="true"/>
          </p:cNvGrpSpPr>
          <p:nvPr/>
        </p:nvGrpSpPr>
        <p:grpSpPr>
          <a:xfrm rot="0">
            <a:off x="10124466" y="1838047"/>
            <a:ext cx="6400955" cy="6610906"/>
            <a:chOff x="0" y="0"/>
            <a:chExt cx="6350000" cy="655828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74930" y="74930"/>
              <a:ext cx="6200140" cy="6408420"/>
            </a:xfrm>
            <a:custGeom>
              <a:avLst/>
              <a:gdLst/>
              <a:ahLst/>
              <a:cxnLst/>
              <a:rect r="r" b="b" t="t" l="l"/>
              <a:pathLst>
                <a:path h="6408420" w="6200140">
                  <a:moveTo>
                    <a:pt x="6200140" y="5351780"/>
                  </a:moveTo>
                  <a:cubicBezTo>
                    <a:pt x="6200140" y="5935980"/>
                    <a:pt x="5726430" y="6408420"/>
                    <a:pt x="5143500" y="6408420"/>
                  </a:cubicBezTo>
                  <a:lnTo>
                    <a:pt x="1056640" y="6408420"/>
                  </a:lnTo>
                  <a:cubicBezTo>
                    <a:pt x="472440" y="6408420"/>
                    <a:pt x="0" y="5934710"/>
                    <a:pt x="0" y="5351780"/>
                  </a:cubicBezTo>
                  <a:lnTo>
                    <a:pt x="0" y="1056640"/>
                  </a:lnTo>
                  <a:cubicBezTo>
                    <a:pt x="0" y="472440"/>
                    <a:pt x="473710" y="0"/>
                    <a:pt x="1056640" y="0"/>
                  </a:cubicBezTo>
                  <a:lnTo>
                    <a:pt x="5143500" y="0"/>
                  </a:lnTo>
                  <a:cubicBezTo>
                    <a:pt x="5727700" y="0"/>
                    <a:pt x="6200140" y="473710"/>
                    <a:pt x="6200140" y="1056640"/>
                  </a:cubicBezTo>
                  <a:lnTo>
                    <a:pt x="6200140" y="5351780"/>
                  </a:lnTo>
                  <a:close/>
                </a:path>
              </a:pathLst>
            </a:custGeom>
            <a:blipFill>
              <a:blip r:embed="rId8"/>
              <a:stretch>
                <a:fillRect l="-1679" t="0" r="-1679" b="0"/>
              </a:stretch>
            </a:blip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350000" cy="6558280"/>
            </a:xfrm>
            <a:custGeom>
              <a:avLst/>
              <a:gdLst/>
              <a:ahLst/>
              <a:cxnLst/>
              <a:rect r="r" b="b" t="t" l="l"/>
              <a:pathLst>
                <a:path h="6558280" w="6350000">
                  <a:moveTo>
                    <a:pt x="5218430" y="6558280"/>
                  </a:moveTo>
                  <a:lnTo>
                    <a:pt x="1131570" y="6558280"/>
                  </a:lnTo>
                  <a:cubicBezTo>
                    <a:pt x="508000" y="6558280"/>
                    <a:pt x="0" y="6050280"/>
                    <a:pt x="0" y="5426710"/>
                  </a:cubicBezTo>
                  <a:lnTo>
                    <a:pt x="0" y="1131570"/>
                  </a:lnTo>
                  <a:cubicBezTo>
                    <a:pt x="0" y="508000"/>
                    <a:pt x="508000" y="0"/>
                    <a:pt x="1131570" y="0"/>
                  </a:cubicBezTo>
                  <a:lnTo>
                    <a:pt x="5218430" y="0"/>
                  </a:lnTo>
                  <a:cubicBezTo>
                    <a:pt x="5842000" y="0"/>
                    <a:pt x="6350000" y="508000"/>
                    <a:pt x="6350000" y="1131570"/>
                  </a:cubicBezTo>
                  <a:lnTo>
                    <a:pt x="6350000" y="5425440"/>
                  </a:lnTo>
                  <a:cubicBezTo>
                    <a:pt x="6350000" y="6050280"/>
                    <a:pt x="5842000" y="6558280"/>
                    <a:pt x="5218430" y="6558280"/>
                  </a:cubicBezTo>
                  <a:close/>
                  <a:moveTo>
                    <a:pt x="1131570" y="149860"/>
                  </a:moveTo>
                  <a:cubicBezTo>
                    <a:pt x="590550" y="149860"/>
                    <a:pt x="149860" y="590550"/>
                    <a:pt x="149860" y="1131570"/>
                  </a:cubicBezTo>
                  <a:lnTo>
                    <a:pt x="149860" y="5425440"/>
                  </a:lnTo>
                  <a:cubicBezTo>
                    <a:pt x="149860" y="5966460"/>
                    <a:pt x="590550" y="6407150"/>
                    <a:pt x="1131570" y="6407150"/>
                  </a:cubicBezTo>
                  <a:lnTo>
                    <a:pt x="5218430" y="6407150"/>
                  </a:lnTo>
                  <a:cubicBezTo>
                    <a:pt x="5759450" y="6407150"/>
                    <a:pt x="6200140" y="5966460"/>
                    <a:pt x="6200140" y="5425440"/>
                  </a:cubicBezTo>
                  <a:lnTo>
                    <a:pt x="6200140" y="1131570"/>
                  </a:lnTo>
                  <a:cubicBezTo>
                    <a:pt x="6200140" y="590550"/>
                    <a:pt x="5759450" y="149860"/>
                    <a:pt x="5218430" y="149860"/>
                  </a:cubicBezTo>
                  <a:lnTo>
                    <a:pt x="1131570" y="149860"/>
                  </a:lnTo>
                  <a:close/>
                </a:path>
              </a:pathLst>
            </a:custGeom>
            <a:solidFill>
              <a:srgbClr val="FFB607"/>
            </a:solidFill>
          </p:spPr>
        </p:sp>
      </p:grpSp>
      <p:sp>
        <p:nvSpPr>
          <p:cNvPr name="Freeform 12" id="12"/>
          <p:cNvSpPr/>
          <p:nvPr/>
        </p:nvSpPr>
        <p:spPr>
          <a:xfrm flipH="false" flipV="false" rot="0">
            <a:off x="-1759938" y="7580476"/>
            <a:ext cx="4137367" cy="4114800"/>
          </a:xfrm>
          <a:custGeom>
            <a:avLst/>
            <a:gdLst/>
            <a:ahLst/>
            <a:cxnLst/>
            <a:rect r="r" b="b" t="t" l="l"/>
            <a:pathLst>
              <a:path h="4114800" w="4137367">
                <a:moveTo>
                  <a:pt x="0" y="0"/>
                </a:moveTo>
                <a:lnTo>
                  <a:pt x="4137368" y="0"/>
                </a:lnTo>
                <a:lnTo>
                  <a:pt x="413736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3" id="13"/>
          <p:cNvSpPr/>
          <p:nvPr/>
        </p:nvSpPr>
        <p:spPr>
          <a:xfrm flipH="false" flipV="false" rot="0">
            <a:off x="5987099" y="-2327475"/>
            <a:ext cx="4137367" cy="4114800"/>
          </a:xfrm>
          <a:custGeom>
            <a:avLst/>
            <a:gdLst/>
            <a:ahLst/>
            <a:cxnLst/>
            <a:rect r="r" b="b" t="t" l="l"/>
            <a:pathLst>
              <a:path h="4114800" w="4137367">
                <a:moveTo>
                  <a:pt x="0" y="0"/>
                </a:moveTo>
                <a:lnTo>
                  <a:pt x="4137367" y="0"/>
                </a:lnTo>
                <a:lnTo>
                  <a:pt x="413736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940311" y="0"/>
            <a:ext cx="11347689" cy="10287000"/>
            <a:chOff x="0" y="0"/>
            <a:chExt cx="2988692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988692" cy="2709333"/>
            </a:xfrm>
            <a:custGeom>
              <a:avLst/>
              <a:gdLst/>
              <a:ahLst/>
              <a:cxnLst/>
              <a:rect r="r" b="b" t="t" l="l"/>
              <a:pathLst>
                <a:path h="2709333" w="2988692">
                  <a:moveTo>
                    <a:pt x="0" y="0"/>
                  </a:moveTo>
                  <a:lnTo>
                    <a:pt x="2988692" y="0"/>
                  </a:lnTo>
                  <a:lnTo>
                    <a:pt x="2988692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9E4D41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988692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47625" y="0"/>
            <a:ext cx="6940311" cy="11693295"/>
            <a:chOff x="0" y="0"/>
            <a:chExt cx="812800" cy="136943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1369436"/>
            </a:xfrm>
            <a:custGeom>
              <a:avLst/>
              <a:gdLst/>
              <a:ahLst/>
              <a:cxnLst/>
              <a:rect r="r" b="b" t="t" l="l"/>
              <a:pathLst>
                <a:path h="1369436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1369436"/>
                  </a:lnTo>
                  <a:lnTo>
                    <a:pt x="0" y="1369436"/>
                  </a:lnTo>
                  <a:close/>
                </a:path>
              </a:pathLst>
            </a:custGeom>
            <a:blipFill>
              <a:blip r:embed="rId2"/>
              <a:stretch>
                <a:fillRect l="-34241" t="0" r="-34241" b="0"/>
              </a:stretch>
            </a:blipFill>
          </p:spPr>
        </p:sp>
      </p:grpSp>
      <p:sp>
        <p:nvSpPr>
          <p:cNvPr name="Freeform 7" id="7"/>
          <p:cNvSpPr/>
          <p:nvPr/>
        </p:nvSpPr>
        <p:spPr>
          <a:xfrm flipH="false" flipV="false" rot="0">
            <a:off x="6940311" y="8316890"/>
            <a:ext cx="2436329" cy="2610636"/>
          </a:xfrm>
          <a:custGeom>
            <a:avLst/>
            <a:gdLst/>
            <a:ahLst/>
            <a:cxnLst/>
            <a:rect r="r" b="b" t="t" l="l"/>
            <a:pathLst>
              <a:path h="2610636" w="2436329">
                <a:moveTo>
                  <a:pt x="0" y="0"/>
                </a:moveTo>
                <a:lnTo>
                  <a:pt x="2436329" y="0"/>
                </a:lnTo>
                <a:lnTo>
                  <a:pt x="2436329" y="2610636"/>
                </a:lnTo>
                <a:lnTo>
                  <a:pt x="0" y="261063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6414087" y="-589860"/>
            <a:ext cx="2535695" cy="2717110"/>
          </a:xfrm>
          <a:custGeom>
            <a:avLst/>
            <a:gdLst/>
            <a:ahLst/>
            <a:cxnLst/>
            <a:rect r="r" b="b" t="t" l="l"/>
            <a:pathLst>
              <a:path h="2717110" w="2535695">
                <a:moveTo>
                  <a:pt x="0" y="0"/>
                </a:moveTo>
                <a:lnTo>
                  <a:pt x="2535694" y="0"/>
                </a:lnTo>
                <a:lnTo>
                  <a:pt x="2535694" y="2717111"/>
                </a:lnTo>
                <a:lnTo>
                  <a:pt x="0" y="271711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-4800538">
            <a:off x="14405703" y="6493149"/>
            <a:ext cx="5235034" cy="4673458"/>
          </a:xfrm>
          <a:custGeom>
            <a:avLst/>
            <a:gdLst/>
            <a:ahLst/>
            <a:cxnLst/>
            <a:rect r="r" b="b" t="t" l="l"/>
            <a:pathLst>
              <a:path h="4673458" w="5235034">
                <a:moveTo>
                  <a:pt x="0" y="0"/>
                </a:moveTo>
                <a:lnTo>
                  <a:pt x="5235034" y="0"/>
                </a:lnTo>
                <a:lnTo>
                  <a:pt x="5235034" y="4673458"/>
                </a:lnTo>
                <a:lnTo>
                  <a:pt x="0" y="467345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7395238" y="414465"/>
            <a:ext cx="2593795" cy="804077"/>
          </a:xfrm>
          <a:custGeom>
            <a:avLst/>
            <a:gdLst/>
            <a:ahLst/>
            <a:cxnLst/>
            <a:rect r="r" b="b" t="t" l="l"/>
            <a:pathLst>
              <a:path h="804077" w="2593795">
                <a:moveTo>
                  <a:pt x="0" y="0"/>
                </a:moveTo>
                <a:lnTo>
                  <a:pt x="2593795" y="0"/>
                </a:lnTo>
                <a:lnTo>
                  <a:pt x="2593795" y="804077"/>
                </a:lnTo>
                <a:lnTo>
                  <a:pt x="0" y="80407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7373856">
            <a:off x="-2035356" y="-3721978"/>
            <a:ext cx="9955023" cy="8887121"/>
          </a:xfrm>
          <a:custGeom>
            <a:avLst/>
            <a:gdLst/>
            <a:ahLst/>
            <a:cxnLst/>
            <a:rect r="r" b="b" t="t" l="l"/>
            <a:pathLst>
              <a:path h="8887121" w="9955023">
                <a:moveTo>
                  <a:pt x="0" y="0"/>
                </a:moveTo>
                <a:lnTo>
                  <a:pt x="9955023" y="0"/>
                </a:lnTo>
                <a:lnTo>
                  <a:pt x="9955023" y="8887121"/>
                </a:lnTo>
                <a:lnTo>
                  <a:pt x="0" y="888712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7683083" y="2355851"/>
            <a:ext cx="9576217" cy="42068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1200"/>
              </a:lnSpc>
            </a:pPr>
            <a:r>
              <a:rPr lang="en-US" sz="8000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Job Bidding &amp; Proposal Writing</a:t>
            </a:r>
          </a:p>
          <a:p>
            <a:pPr algn="r">
              <a:lnSpc>
                <a:spcPts val="11200"/>
              </a:lnSpc>
            </a:pPr>
          </a:p>
        </p:txBody>
      </p:sp>
      <p:sp>
        <p:nvSpPr>
          <p:cNvPr name="TextBox 13" id="13"/>
          <p:cNvSpPr txBox="true"/>
          <p:nvPr/>
        </p:nvSpPr>
        <p:spPr>
          <a:xfrm rot="0">
            <a:off x="8881821" y="5473383"/>
            <a:ext cx="8377479" cy="17367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500"/>
              </a:lnSpc>
            </a:pPr>
            <a:r>
              <a:rPr lang="en-US" sz="25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 complete guide to dominating Upwork, Fiverr, LinkedIn, and job-bidding platforms. Learn proposal psychology, client targeting, deal closing, and retention.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6525421" y="9151904"/>
            <a:ext cx="733879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9E4D41"/>
                </a:solidFill>
                <a:latin typeface="Montserrat"/>
                <a:ea typeface="Montserrat"/>
                <a:cs typeface="Montserrat"/>
                <a:sym typeface="Montserrat"/>
              </a:rPr>
              <a:t>02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E4D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42216" y="104778"/>
            <a:ext cx="2971040" cy="921022"/>
          </a:xfrm>
          <a:custGeom>
            <a:avLst/>
            <a:gdLst/>
            <a:ahLst/>
            <a:cxnLst/>
            <a:rect r="r" b="b" t="t" l="l"/>
            <a:pathLst>
              <a:path h="921022" w="2971040">
                <a:moveTo>
                  <a:pt x="0" y="0"/>
                </a:moveTo>
                <a:lnTo>
                  <a:pt x="2971040" y="0"/>
                </a:lnTo>
                <a:lnTo>
                  <a:pt x="2971040" y="921022"/>
                </a:lnTo>
                <a:lnTo>
                  <a:pt x="0" y="92102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7698372" y="8228488"/>
            <a:ext cx="2360724" cy="2529621"/>
          </a:xfrm>
          <a:custGeom>
            <a:avLst/>
            <a:gdLst/>
            <a:ahLst/>
            <a:cxnLst/>
            <a:rect r="r" b="b" t="t" l="l"/>
            <a:pathLst>
              <a:path h="2529621" w="2360724">
                <a:moveTo>
                  <a:pt x="0" y="0"/>
                </a:moveTo>
                <a:lnTo>
                  <a:pt x="2360723" y="0"/>
                </a:lnTo>
                <a:lnTo>
                  <a:pt x="2360723" y="2529621"/>
                </a:lnTo>
                <a:lnTo>
                  <a:pt x="0" y="252962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4217647">
            <a:off x="13907904" y="6692971"/>
            <a:ext cx="5235034" cy="4673458"/>
          </a:xfrm>
          <a:custGeom>
            <a:avLst/>
            <a:gdLst/>
            <a:ahLst/>
            <a:cxnLst/>
            <a:rect r="r" b="b" t="t" l="l"/>
            <a:pathLst>
              <a:path h="4673458" w="5235034">
                <a:moveTo>
                  <a:pt x="0" y="0"/>
                </a:moveTo>
                <a:lnTo>
                  <a:pt x="5235034" y="0"/>
                </a:lnTo>
                <a:lnTo>
                  <a:pt x="5235034" y="4673458"/>
                </a:lnTo>
                <a:lnTo>
                  <a:pt x="0" y="467345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6525421" y="-1055482"/>
            <a:ext cx="2616160" cy="2803332"/>
          </a:xfrm>
          <a:custGeom>
            <a:avLst/>
            <a:gdLst/>
            <a:ahLst/>
            <a:cxnLst/>
            <a:rect r="r" b="b" t="t" l="l"/>
            <a:pathLst>
              <a:path h="2803332" w="2616160">
                <a:moveTo>
                  <a:pt x="0" y="0"/>
                </a:moveTo>
                <a:lnTo>
                  <a:pt x="2616159" y="0"/>
                </a:lnTo>
                <a:lnTo>
                  <a:pt x="2616159" y="2803333"/>
                </a:lnTo>
                <a:lnTo>
                  <a:pt x="0" y="280333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>
            <a:grpSpLocks noChangeAspect="true"/>
          </p:cNvGrpSpPr>
          <p:nvPr/>
        </p:nvGrpSpPr>
        <p:grpSpPr>
          <a:xfrm rot="0">
            <a:off x="10589628" y="1888769"/>
            <a:ext cx="6302732" cy="6509462"/>
            <a:chOff x="0" y="0"/>
            <a:chExt cx="6350000" cy="655828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74930" y="74930"/>
              <a:ext cx="6200140" cy="6408420"/>
            </a:xfrm>
            <a:custGeom>
              <a:avLst/>
              <a:gdLst/>
              <a:ahLst/>
              <a:cxnLst/>
              <a:rect r="r" b="b" t="t" l="l"/>
              <a:pathLst>
                <a:path h="6408420" w="6200140">
                  <a:moveTo>
                    <a:pt x="6200140" y="5351780"/>
                  </a:moveTo>
                  <a:cubicBezTo>
                    <a:pt x="6200140" y="5935980"/>
                    <a:pt x="5726430" y="6408420"/>
                    <a:pt x="5143500" y="6408420"/>
                  </a:cubicBezTo>
                  <a:lnTo>
                    <a:pt x="1056640" y="6408420"/>
                  </a:lnTo>
                  <a:cubicBezTo>
                    <a:pt x="472440" y="6408420"/>
                    <a:pt x="0" y="5934710"/>
                    <a:pt x="0" y="5351780"/>
                  </a:cubicBezTo>
                  <a:lnTo>
                    <a:pt x="0" y="1056640"/>
                  </a:lnTo>
                  <a:cubicBezTo>
                    <a:pt x="0" y="472440"/>
                    <a:pt x="473710" y="0"/>
                    <a:pt x="1056640" y="0"/>
                  </a:cubicBezTo>
                  <a:lnTo>
                    <a:pt x="5143500" y="0"/>
                  </a:lnTo>
                  <a:cubicBezTo>
                    <a:pt x="5727700" y="0"/>
                    <a:pt x="6200140" y="473710"/>
                    <a:pt x="6200140" y="1056640"/>
                  </a:cubicBezTo>
                  <a:lnTo>
                    <a:pt x="6200140" y="5351780"/>
                  </a:lnTo>
                  <a:close/>
                </a:path>
              </a:pathLst>
            </a:custGeom>
            <a:blipFill>
              <a:blip r:embed="rId8"/>
              <a:stretch>
                <a:fillRect l="-1679" t="0" r="-1679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6350000" cy="6558280"/>
            </a:xfrm>
            <a:custGeom>
              <a:avLst/>
              <a:gdLst/>
              <a:ahLst/>
              <a:cxnLst/>
              <a:rect r="r" b="b" t="t" l="l"/>
              <a:pathLst>
                <a:path h="6558280" w="6350000">
                  <a:moveTo>
                    <a:pt x="5218430" y="6558280"/>
                  </a:moveTo>
                  <a:lnTo>
                    <a:pt x="1131570" y="6558280"/>
                  </a:lnTo>
                  <a:cubicBezTo>
                    <a:pt x="508000" y="6558280"/>
                    <a:pt x="0" y="6050280"/>
                    <a:pt x="0" y="5426710"/>
                  </a:cubicBezTo>
                  <a:lnTo>
                    <a:pt x="0" y="1131570"/>
                  </a:lnTo>
                  <a:cubicBezTo>
                    <a:pt x="0" y="508000"/>
                    <a:pt x="508000" y="0"/>
                    <a:pt x="1131570" y="0"/>
                  </a:cubicBezTo>
                  <a:lnTo>
                    <a:pt x="5218430" y="0"/>
                  </a:lnTo>
                  <a:cubicBezTo>
                    <a:pt x="5842000" y="0"/>
                    <a:pt x="6350000" y="508000"/>
                    <a:pt x="6350000" y="1131570"/>
                  </a:cubicBezTo>
                  <a:lnTo>
                    <a:pt x="6350000" y="5425440"/>
                  </a:lnTo>
                  <a:cubicBezTo>
                    <a:pt x="6350000" y="6050280"/>
                    <a:pt x="5842000" y="6558280"/>
                    <a:pt x="5218430" y="6558280"/>
                  </a:cubicBezTo>
                  <a:close/>
                  <a:moveTo>
                    <a:pt x="1131570" y="149860"/>
                  </a:moveTo>
                  <a:cubicBezTo>
                    <a:pt x="590550" y="149860"/>
                    <a:pt x="149860" y="590550"/>
                    <a:pt x="149860" y="1131570"/>
                  </a:cubicBezTo>
                  <a:lnTo>
                    <a:pt x="149860" y="5425440"/>
                  </a:lnTo>
                  <a:cubicBezTo>
                    <a:pt x="149860" y="5966460"/>
                    <a:pt x="590550" y="6407150"/>
                    <a:pt x="1131570" y="6407150"/>
                  </a:cubicBezTo>
                  <a:lnTo>
                    <a:pt x="5218430" y="6407150"/>
                  </a:lnTo>
                  <a:cubicBezTo>
                    <a:pt x="5759450" y="6407150"/>
                    <a:pt x="6200140" y="5966460"/>
                    <a:pt x="6200140" y="5425440"/>
                  </a:cubicBezTo>
                  <a:lnTo>
                    <a:pt x="6200140" y="1131570"/>
                  </a:lnTo>
                  <a:cubicBezTo>
                    <a:pt x="6200140" y="590550"/>
                    <a:pt x="5759450" y="149860"/>
                    <a:pt x="5218430" y="149860"/>
                  </a:cubicBezTo>
                  <a:lnTo>
                    <a:pt x="1131570" y="149860"/>
                  </a:lnTo>
                  <a:close/>
                </a:path>
              </a:pathLst>
            </a:custGeom>
            <a:solidFill>
              <a:srgbClr val="FFB607"/>
            </a:solidFill>
          </p:spPr>
        </p:sp>
      </p:grpSp>
      <p:sp>
        <p:nvSpPr>
          <p:cNvPr name="TextBox 9" id="9"/>
          <p:cNvSpPr txBox="true"/>
          <p:nvPr/>
        </p:nvSpPr>
        <p:spPr>
          <a:xfrm rot="0">
            <a:off x="1727736" y="6388778"/>
            <a:ext cx="6585253" cy="2165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Master the skills needed to become a high-earning virtual assistant: communication, email handling, scheduling, task automation, and client management.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727736" y="2073877"/>
            <a:ext cx="6173132" cy="56260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200"/>
              </a:lnSpc>
            </a:pPr>
            <a:r>
              <a:rPr lang="en-US" sz="8000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Virtual Assistance Training</a:t>
            </a:r>
          </a:p>
          <a:p>
            <a:pPr algn="l">
              <a:lnSpc>
                <a:spcPts val="11200"/>
              </a:lnSpc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16525421" y="9151904"/>
            <a:ext cx="733879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9E4D41"/>
                </a:solidFill>
                <a:latin typeface="Montserrat"/>
                <a:ea typeface="Montserrat"/>
                <a:cs typeface="Montserrat"/>
                <a:sym typeface="Montserrat"/>
              </a:rPr>
              <a:t>03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-3026184">
            <a:off x="-1759938" y="7580476"/>
            <a:ext cx="4137367" cy="4114800"/>
          </a:xfrm>
          <a:custGeom>
            <a:avLst/>
            <a:gdLst/>
            <a:ahLst/>
            <a:cxnLst/>
            <a:rect r="r" b="b" t="t" l="l"/>
            <a:pathLst>
              <a:path h="4114800" w="4137367">
                <a:moveTo>
                  <a:pt x="0" y="0"/>
                </a:moveTo>
                <a:lnTo>
                  <a:pt x="4137368" y="0"/>
                </a:lnTo>
                <a:lnTo>
                  <a:pt x="413736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3" id="13"/>
          <p:cNvSpPr/>
          <p:nvPr/>
        </p:nvSpPr>
        <p:spPr>
          <a:xfrm flipH="false" flipV="false" rot="0">
            <a:off x="6810050" y="-2366949"/>
            <a:ext cx="4137367" cy="4114800"/>
          </a:xfrm>
          <a:custGeom>
            <a:avLst/>
            <a:gdLst/>
            <a:ahLst/>
            <a:cxnLst/>
            <a:rect r="r" b="b" t="t" l="l"/>
            <a:pathLst>
              <a:path h="4114800" w="4137367">
                <a:moveTo>
                  <a:pt x="0" y="0"/>
                </a:moveTo>
                <a:lnTo>
                  <a:pt x="4137367" y="0"/>
                </a:lnTo>
                <a:lnTo>
                  <a:pt x="413736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E4D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98904">
            <a:off x="-1321693" y="-2785591"/>
            <a:ext cx="9396965" cy="8388927"/>
          </a:xfrm>
          <a:custGeom>
            <a:avLst/>
            <a:gdLst/>
            <a:ahLst/>
            <a:cxnLst/>
            <a:rect r="r" b="b" t="t" l="l"/>
            <a:pathLst>
              <a:path h="8388927" w="9396965">
                <a:moveTo>
                  <a:pt x="0" y="0"/>
                </a:moveTo>
                <a:lnTo>
                  <a:pt x="9396965" y="0"/>
                </a:lnTo>
                <a:lnTo>
                  <a:pt x="9396965" y="8388927"/>
                </a:lnTo>
                <a:lnTo>
                  <a:pt x="0" y="838892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7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5498904">
            <a:off x="6401190" y="2824395"/>
            <a:ext cx="9396965" cy="8388927"/>
          </a:xfrm>
          <a:custGeom>
            <a:avLst/>
            <a:gdLst/>
            <a:ahLst/>
            <a:cxnLst/>
            <a:rect r="r" b="b" t="t" l="l"/>
            <a:pathLst>
              <a:path h="8388927" w="9396965">
                <a:moveTo>
                  <a:pt x="0" y="0"/>
                </a:moveTo>
                <a:lnTo>
                  <a:pt x="9396965" y="0"/>
                </a:lnTo>
                <a:lnTo>
                  <a:pt x="9396965" y="8388927"/>
                </a:lnTo>
                <a:lnTo>
                  <a:pt x="0" y="838892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7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655160" y="1801612"/>
            <a:ext cx="7403407" cy="56260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200"/>
              </a:lnSpc>
            </a:pPr>
            <a:r>
              <a:rPr lang="en-US" sz="8000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Social Media Marketing</a:t>
            </a:r>
          </a:p>
          <a:p>
            <a:pPr algn="l">
              <a:lnSpc>
                <a:spcPts val="11200"/>
              </a:lnSpc>
            </a:pPr>
            <a:r>
              <a:rPr lang="en-US" sz="8000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(SMM)</a:t>
            </a:r>
          </a:p>
          <a:p>
            <a:pPr algn="l">
              <a:lnSpc>
                <a:spcPts val="11200"/>
              </a:lnSpc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843391" y="6071121"/>
            <a:ext cx="5861721" cy="2228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599"/>
              </a:lnSpc>
            </a:pPr>
            <a:r>
              <a:rPr lang="en-US" sz="29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Power of social media platforms Creating compelling content Two-way communication Leveraging analytics for better results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-951095" y="8464444"/>
            <a:ext cx="2891256" cy="3098110"/>
          </a:xfrm>
          <a:custGeom>
            <a:avLst/>
            <a:gdLst/>
            <a:ahLst/>
            <a:cxnLst/>
            <a:rect r="r" b="b" t="t" l="l"/>
            <a:pathLst>
              <a:path h="3098110" w="2891256">
                <a:moveTo>
                  <a:pt x="0" y="0"/>
                </a:moveTo>
                <a:lnTo>
                  <a:pt x="2891256" y="0"/>
                </a:lnTo>
                <a:lnTo>
                  <a:pt x="2891256" y="3098110"/>
                </a:lnTo>
                <a:lnTo>
                  <a:pt x="0" y="309811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6525421" y="-896448"/>
            <a:ext cx="2891256" cy="3098110"/>
          </a:xfrm>
          <a:custGeom>
            <a:avLst/>
            <a:gdLst/>
            <a:ahLst/>
            <a:cxnLst/>
            <a:rect r="r" b="b" t="t" l="l"/>
            <a:pathLst>
              <a:path h="3098110" w="2891256">
                <a:moveTo>
                  <a:pt x="0" y="0"/>
                </a:moveTo>
                <a:lnTo>
                  <a:pt x="2891256" y="0"/>
                </a:lnTo>
                <a:lnTo>
                  <a:pt x="2891256" y="3098110"/>
                </a:lnTo>
                <a:lnTo>
                  <a:pt x="0" y="309811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6525421" y="9151904"/>
            <a:ext cx="733879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04</a:t>
            </a:r>
          </a:p>
        </p:txBody>
      </p:sp>
      <p:grpSp>
        <p:nvGrpSpPr>
          <p:cNvPr name="Group 9" id="9"/>
          <p:cNvGrpSpPr>
            <a:grpSpLocks noChangeAspect="true"/>
          </p:cNvGrpSpPr>
          <p:nvPr/>
        </p:nvGrpSpPr>
        <p:grpSpPr>
          <a:xfrm rot="0">
            <a:off x="7883196" y="694016"/>
            <a:ext cx="8933866" cy="8898968"/>
            <a:chOff x="0" y="0"/>
            <a:chExt cx="6502400" cy="64770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116940" y="124149"/>
              <a:ext cx="6262195" cy="6234315"/>
            </a:xfrm>
            <a:custGeom>
              <a:avLst/>
              <a:gdLst/>
              <a:ahLst/>
              <a:cxnLst/>
              <a:rect r="r" b="b" t="t" l="l"/>
              <a:pathLst>
                <a:path h="6234315" w="6262195">
                  <a:moveTo>
                    <a:pt x="3131098" y="32"/>
                  </a:moveTo>
                  <a:cubicBezTo>
                    <a:pt x="2014135" y="-4964"/>
                    <a:pt x="979875" y="588062"/>
                    <a:pt x="419947" y="1554557"/>
                  </a:cubicBezTo>
                  <a:cubicBezTo>
                    <a:pt x="-139982" y="2521051"/>
                    <a:pt x="-139982" y="3713264"/>
                    <a:pt x="419947" y="4679759"/>
                  </a:cubicBezTo>
                  <a:cubicBezTo>
                    <a:pt x="979875" y="5646253"/>
                    <a:pt x="2014135" y="6239279"/>
                    <a:pt x="3131098" y="6234284"/>
                  </a:cubicBezTo>
                  <a:cubicBezTo>
                    <a:pt x="4248061" y="6239279"/>
                    <a:pt x="5282321" y="5646253"/>
                    <a:pt x="5842249" y="4679759"/>
                  </a:cubicBezTo>
                  <a:cubicBezTo>
                    <a:pt x="6402178" y="3713265"/>
                    <a:pt x="6402178" y="2521051"/>
                    <a:pt x="5842249" y="1554557"/>
                  </a:cubicBezTo>
                  <a:cubicBezTo>
                    <a:pt x="5282321" y="588063"/>
                    <a:pt x="4248061" y="-4963"/>
                    <a:pt x="3131098" y="32"/>
                  </a:cubicBezTo>
                  <a:close/>
                </a:path>
              </a:pathLst>
            </a:custGeom>
            <a:blipFill>
              <a:blip r:embed="rId6"/>
              <a:stretch>
                <a:fillRect l="223" t="0" r="223" b="0"/>
              </a:stretch>
            </a:blip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73038" y="66269"/>
              <a:ext cx="6350000" cy="6349987"/>
            </a:xfrm>
            <a:custGeom>
              <a:avLst/>
              <a:gdLst/>
              <a:ahLst/>
              <a:cxnLst/>
              <a:rect r="r" b="b" t="t" l="l"/>
              <a:pathLst>
                <a:path h="6349987" w="6350000">
                  <a:moveTo>
                    <a:pt x="3175000" y="6349987"/>
                  </a:moveTo>
                  <a:cubicBezTo>
                    <a:pt x="1424279" y="6349987"/>
                    <a:pt x="0" y="4925733"/>
                    <a:pt x="0" y="3175038"/>
                  </a:cubicBezTo>
                  <a:cubicBezTo>
                    <a:pt x="0" y="1424317"/>
                    <a:pt x="1424292" y="0"/>
                    <a:pt x="3175000" y="0"/>
                  </a:cubicBezTo>
                  <a:cubicBezTo>
                    <a:pt x="4925733" y="0"/>
                    <a:pt x="6350000" y="1424330"/>
                    <a:pt x="6350000" y="3175038"/>
                  </a:cubicBezTo>
                  <a:cubicBezTo>
                    <a:pt x="6350000" y="4925720"/>
                    <a:pt x="4925733" y="6349987"/>
                    <a:pt x="3175000" y="6349987"/>
                  </a:cubicBezTo>
                  <a:close/>
                  <a:moveTo>
                    <a:pt x="3175000" y="115760"/>
                  </a:moveTo>
                  <a:cubicBezTo>
                    <a:pt x="1488135" y="115760"/>
                    <a:pt x="115760" y="1488148"/>
                    <a:pt x="115760" y="3175038"/>
                  </a:cubicBezTo>
                  <a:cubicBezTo>
                    <a:pt x="115760" y="4861915"/>
                    <a:pt x="1488135" y="6234265"/>
                    <a:pt x="3175000" y="6234265"/>
                  </a:cubicBezTo>
                  <a:cubicBezTo>
                    <a:pt x="4861852" y="6234265"/>
                    <a:pt x="6234265" y="4861890"/>
                    <a:pt x="6234265" y="3175038"/>
                  </a:cubicBezTo>
                  <a:cubicBezTo>
                    <a:pt x="6234265" y="1488148"/>
                    <a:pt x="4861852" y="115760"/>
                    <a:pt x="3175000" y="115760"/>
                  </a:cubicBezTo>
                  <a:close/>
                </a:path>
              </a:pathLst>
            </a:custGeom>
            <a:solidFill>
              <a:srgbClr val="FFB607"/>
            </a:solidFill>
          </p:spPr>
        </p:sp>
      </p:grpSp>
      <p:sp>
        <p:nvSpPr>
          <p:cNvPr name="Freeform 12" id="12"/>
          <p:cNvSpPr/>
          <p:nvPr/>
        </p:nvSpPr>
        <p:spPr>
          <a:xfrm flipH="false" flipV="false" rot="-1903117">
            <a:off x="16892360" y="7380254"/>
            <a:ext cx="4137367" cy="4114800"/>
          </a:xfrm>
          <a:custGeom>
            <a:avLst/>
            <a:gdLst/>
            <a:ahLst/>
            <a:cxnLst/>
            <a:rect r="r" b="b" t="t" l="l"/>
            <a:pathLst>
              <a:path h="4114800" w="4137367">
                <a:moveTo>
                  <a:pt x="0" y="0"/>
                </a:moveTo>
                <a:lnTo>
                  <a:pt x="4137368" y="0"/>
                </a:lnTo>
                <a:lnTo>
                  <a:pt x="413736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3" id="13"/>
          <p:cNvSpPr/>
          <p:nvPr/>
        </p:nvSpPr>
        <p:spPr>
          <a:xfrm flipH="false" flipV="false" rot="-8705716">
            <a:off x="-3713495" y="-4300656"/>
            <a:ext cx="7426991" cy="7386480"/>
          </a:xfrm>
          <a:custGeom>
            <a:avLst/>
            <a:gdLst/>
            <a:ahLst/>
            <a:cxnLst/>
            <a:rect r="r" b="b" t="t" l="l"/>
            <a:pathLst>
              <a:path h="7386480" w="7426991">
                <a:moveTo>
                  <a:pt x="0" y="0"/>
                </a:moveTo>
                <a:lnTo>
                  <a:pt x="7426990" y="0"/>
                </a:lnTo>
                <a:lnTo>
                  <a:pt x="7426990" y="7386480"/>
                </a:lnTo>
                <a:lnTo>
                  <a:pt x="0" y="738648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E4D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915400" y="8106220"/>
            <a:ext cx="2150317" cy="2304160"/>
          </a:xfrm>
          <a:custGeom>
            <a:avLst/>
            <a:gdLst/>
            <a:ahLst/>
            <a:cxnLst/>
            <a:rect r="r" b="b" t="t" l="l"/>
            <a:pathLst>
              <a:path h="2304160" w="2150317">
                <a:moveTo>
                  <a:pt x="0" y="0"/>
                </a:moveTo>
                <a:lnTo>
                  <a:pt x="2150317" y="0"/>
                </a:lnTo>
                <a:lnTo>
                  <a:pt x="2150317" y="2304160"/>
                </a:lnTo>
                <a:lnTo>
                  <a:pt x="0" y="230416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-243353"/>
            <a:ext cx="8915400" cy="10773707"/>
            <a:chOff x="0" y="0"/>
            <a:chExt cx="682569" cy="82484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82569" cy="824843"/>
            </a:xfrm>
            <a:custGeom>
              <a:avLst/>
              <a:gdLst/>
              <a:ahLst/>
              <a:cxnLst/>
              <a:rect r="r" b="b" t="t" l="l"/>
              <a:pathLst>
                <a:path h="824843" w="682569">
                  <a:moveTo>
                    <a:pt x="0" y="0"/>
                  </a:moveTo>
                  <a:lnTo>
                    <a:pt x="682569" y="0"/>
                  </a:lnTo>
                  <a:lnTo>
                    <a:pt x="682569" y="824843"/>
                  </a:lnTo>
                  <a:lnTo>
                    <a:pt x="0" y="824843"/>
                  </a:lnTo>
                  <a:close/>
                </a:path>
              </a:pathLst>
            </a:custGeom>
            <a:blipFill>
              <a:blip r:embed="rId4"/>
              <a:stretch>
                <a:fillRect l="-10421" t="0" r="-10421" b="0"/>
              </a:stretch>
            </a:blipFill>
          </p:spPr>
        </p:sp>
      </p:grpSp>
      <p:sp>
        <p:nvSpPr>
          <p:cNvPr name="Freeform 5" id="5"/>
          <p:cNvSpPr/>
          <p:nvPr/>
        </p:nvSpPr>
        <p:spPr>
          <a:xfrm flipH="false" flipV="false" rot="7373856">
            <a:off x="-2035356" y="-3721978"/>
            <a:ext cx="9955023" cy="8887121"/>
          </a:xfrm>
          <a:custGeom>
            <a:avLst/>
            <a:gdLst/>
            <a:ahLst/>
            <a:cxnLst/>
            <a:rect r="r" b="b" t="t" l="l"/>
            <a:pathLst>
              <a:path h="8887121" w="9955023">
                <a:moveTo>
                  <a:pt x="0" y="0"/>
                </a:moveTo>
                <a:lnTo>
                  <a:pt x="9955023" y="0"/>
                </a:lnTo>
                <a:lnTo>
                  <a:pt x="9955023" y="8887121"/>
                </a:lnTo>
                <a:lnTo>
                  <a:pt x="0" y="888712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782493" y="1976756"/>
            <a:ext cx="4588338" cy="2485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9933"/>
              </a:lnSpc>
            </a:pPr>
            <a:r>
              <a:rPr lang="en-US" sz="7095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Graphics Design 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197693" y="4729121"/>
            <a:ext cx="6333606" cy="2085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359"/>
              </a:lnSpc>
            </a:pPr>
            <a:r>
              <a:rPr lang="en-US" sz="27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Learn Photoshop, Canva, design theory, branding, and real-project design workflows. Perfect for creatives and aspiring brand designers.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16525421" y="-861967"/>
            <a:ext cx="2542519" cy="2724423"/>
          </a:xfrm>
          <a:custGeom>
            <a:avLst/>
            <a:gdLst/>
            <a:ahLst/>
            <a:cxnLst/>
            <a:rect r="r" b="b" t="t" l="l"/>
            <a:pathLst>
              <a:path h="2724423" w="2542519">
                <a:moveTo>
                  <a:pt x="0" y="0"/>
                </a:moveTo>
                <a:lnTo>
                  <a:pt x="2542519" y="0"/>
                </a:lnTo>
                <a:lnTo>
                  <a:pt x="2542519" y="2724423"/>
                </a:lnTo>
                <a:lnTo>
                  <a:pt x="0" y="272442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9376640" y="294491"/>
            <a:ext cx="2693358" cy="834941"/>
          </a:xfrm>
          <a:custGeom>
            <a:avLst/>
            <a:gdLst/>
            <a:ahLst/>
            <a:cxnLst/>
            <a:rect r="r" b="b" t="t" l="l"/>
            <a:pathLst>
              <a:path h="834941" w="2693358">
                <a:moveTo>
                  <a:pt x="0" y="0"/>
                </a:moveTo>
                <a:lnTo>
                  <a:pt x="2693359" y="0"/>
                </a:lnTo>
                <a:lnTo>
                  <a:pt x="2693359" y="834941"/>
                </a:lnTo>
                <a:lnTo>
                  <a:pt x="0" y="83494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-4152563">
            <a:off x="13200061" y="5914213"/>
            <a:ext cx="6662477" cy="5947775"/>
          </a:xfrm>
          <a:custGeom>
            <a:avLst/>
            <a:gdLst/>
            <a:ahLst/>
            <a:cxnLst/>
            <a:rect r="r" b="b" t="t" l="l"/>
            <a:pathLst>
              <a:path h="5947775" w="6662477">
                <a:moveTo>
                  <a:pt x="0" y="0"/>
                </a:moveTo>
                <a:lnTo>
                  <a:pt x="6662477" y="0"/>
                </a:lnTo>
                <a:lnTo>
                  <a:pt x="6662477" y="5947775"/>
                </a:lnTo>
                <a:lnTo>
                  <a:pt x="0" y="5947775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6525421" y="9151904"/>
            <a:ext cx="733879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9E4D41"/>
                </a:solidFill>
                <a:latin typeface="Montserrat"/>
                <a:ea typeface="Montserrat"/>
                <a:cs typeface="Montserrat"/>
                <a:sym typeface="Montserrat"/>
              </a:rPr>
              <a:t>05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E4D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56400" y="0"/>
            <a:ext cx="8031600" cy="10287000"/>
            <a:chOff x="0" y="0"/>
            <a:chExt cx="916957" cy="117445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16957" cy="1174453"/>
            </a:xfrm>
            <a:custGeom>
              <a:avLst/>
              <a:gdLst/>
              <a:ahLst/>
              <a:cxnLst/>
              <a:rect r="r" b="b" t="t" l="l"/>
              <a:pathLst>
                <a:path h="1174453" w="916957">
                  <a:moveTo>
                    <a:pt x="0" y="0"/>
                  </a:moveTo>
                  <a:lnTo>
                    <a:pt x="916957" y="0"/>
                  </a:lnTo>
                  <a:lnTo>
                    <a:pt x="916957" y="1174453"/>
                  </a:lnTo>
                  <a:lnTo>
                    <a:pt x="0" y="1174453"/>
                  </a:lnTo>
                  <a:close/>
                </a:path>
              </a:pathLst>
            </a:custGeom>
            <a:blipFill>
              <a:blip r:embed="rId2"/>
              <a:stretch>
                <a:fillRect l="0" t="-8593" r="0" b="-8593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1550441" y="2388202"/>
            <a:ext cx="7090215" cy="30702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99"/>
              </a:lnSpc>
            </a:pPr>
            <a:r>
              <a:rPr lang="en-US" sz="7999" spc="151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Social Media </a:t>
            </a:r>
          </a:p>
          <a:p>
            <a:pPr algn="l">
              <a:lnSpc>
                <a:spcPts val="7999"/>
              </a:lnSpc>
            </a:pPr>
            <a:r>
              <a:rPr lang="en-US" sz="7999" spc="151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Marketing (SMM)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499464" y="5928189"/>
            <a:ext cx="6585278" cy="1781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99"/>
              </a:lnSpc>
            </a:pPr>
            <a:r>
              <a:rPr lang="en-US" sz="29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Power of social media platforms Creating compelling content Two-way communication Leveraging analytics for better results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-4217647">
            <a:off x="13907904" y="6692971"/>
            <a:ext cx="5235034" cy="4673458"/>
          </a:xfrm>
          <a:custGeom>
            <a:avLst/>
            <a:gdLst/>
            <a:ahLst/>
            <a:cxnLst/>
            <a:rect r="r" b="b" t="t" l="l"/>
            <a:pathLst>
              <a:path h="4673458" w="5235034">
                <a:moveTo>
                  <a:pt x="0" y="0"/>
                </a:moveTo>
                <a:lnTo>
                  <a:pt x="5235034" y="0"/>
                </a:lnTo>
                <a:lnTo>
                  <a:pt x="5235034" y="4673458"/>
                </a:lnTo>
                <a:lnTo>
                  <a:pt x="0" y="467345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242216" y="104778"/>
            <a:ext cx="2971040" cy="921022"/>
          </a:xfrm>
          <a:custGeom>
            <a:avLst/>
            <a:gdLst/>
            <a:ahLst/>
            <a:cxnLst/>
            <a:rect r="r" b="b" t="t" l="l"/>
            <a:pathLst>
              <a:path h="921022" w="2971040">
                <a:moveTo>
                  <a:pt x="0" y="0"/>
                </a:moveTo>
                <a:lnTo>
                  <a:pt x="2971040" y="0"/>
                </a:lnTo>
                <a:lnTo>
                  <a:pt x="2971040" y="921022"/>
                </a:lnTo>
                <a:lnTo>
                  <a:pt x="0" y="92102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8005265" y="8166564"/>
            <a:ext cx="2251135" cy="2412192"/>
          </a:xfrm>
          <a:custGeom>
            <a:avLst/>
            <a:gdLst/>
            <a:ahLst/>
            <a:cxnLst/>
            <a:rect r="r" b="b" t="t" l="l"/>
            <a:pathLst>
              <a:path h="2412192" w="2251135">
                <a:moveTo>
                  <a:pt x="0" y="0"/>
                </a:moveTo>
                <a:lnTo>
                  <a:pt x="2251135" y="0"/>
                </a:lnTo>
                <a:lnTo>
                  <a:pt x="2251135" y="2412191"/>
                </a:lnTo>
                <a:lnTo>
                  <a:pt x="0" y="241219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5813672" y="-871833"/>
            <a:ext cx="2891256" cy="3098110"/>
          </a:xfrm>
          <a:custGeom>
            <a:avLst/>
            <a:gdLst/>
            <a:ahLst/>
            <a:cxnLst/>
            <a:rect r="r" b="b" t="t" l="l"/>
            <a:pathLst>
              <a:path h="3098110" w="2891256">
                <a:moveTo>
                  <a:pt x="0" y="0"/>
                </a:moveTo>
                <a:lnTo>
                  <a:pt x="2891256" y="0"/>
                </a:lnTo>
                <a:lnTo>
                  <a:pt x="2891256" y="3098110"/>
                </a:lnTo>
                <a:lnTo>
                  <a:pt x="0" y="309811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-1759938" y="7580476"/>
            <a:ext cx="4137367" cy="4114800"/>
          </a:xfrm>
          <a:custGeom>
            <a:avLst/>
            <a:gdLst/>
            <a:ahLst/>
            <a:cxnLst/>
            <a:rect r="r" b="b" t="t" l="l"/>
            <a:pathLst>
              <a:path h="4114800" w="4137367">
                <a:moveTo>
                  <a:pt x="0" y="0"/>
                </a:moveTo>
                <a:lnTo>
                  <a:pt x="4137368" y="0"/>
                </a:lnTo>
                <a:lnTo>
                  <a:pt x="413736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1" id="11"/>
          <p:cNvSpPr/>
          <p:nvPr/>
        </p:nvSpPr>
        <p:spPr>
          <a:xfrm flipH="false" flipV="false" rot="0">
            <a:off x="6323322" y="-2345723"/>
            <a:ext cx="4597075" cy="4572000"/>
          </a:xfrm>
          <a:custGeom>
            <a:avLst/>
            <a:gdLst/>
            <a:ahLst/>
            <a:cxnLst/>
            <a:rect r="r" b="b" t="t" l="l"/>
            <a:pathLst>
              <a:path h="4572000" w="4597075">
                <a:moveTo>
                  <a:pt x="0" y="0"/>
                </a:moveTo>
                <a:lnTo>
                  <a:pt x="4597075" y="0"/>
                </a:lnTo>
                <a:lnTo>
                  <a:pt x="4597075" y="4572000"/>
                </a:lnTo>
                <a:lnTo>
                  <a:pt x="0" y="457200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2" id="12"/>
          <p:cNvSpPr/>
          <p:nvPr/>
        </p:nvSpPr>
        <p:spPr>
          <a:xfrm flipH="false" flipV="false" rot="0">
            <a:off x="-26909" y="0"/>
            <a:ext cx="2226277" cy="2226277"/>
          </a:xfrm>
          <a:custGeom>
            <a:avLst/>
            <a:gdLst/>
            <a:ahLst/>
            <a:cxnLst/>
            <a:rect r="r" b="b" t="t" l="l"/>
            <a:pathLst>
              <a:path h="2226277" w="2226277">
                <a:moveTo>
                  <a:pt x="0" y="0"/>
                </a:moveTo>
                <a:lnTo>
                  <a:pt x="2226277" y="0"/>
                </a:lnTo>
                <a:lnTo>
                  <a:pt x="2226277" y="2226277"/>
                </a:lnTo>
                <a:lnTo>
                  <a:pt x="0" y="2226277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6525421" y="9151904"/>
            <a:ext cx="733879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06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E4D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858221" y="3527707"/>
            <a:ext cx="6530740" cy="4686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9"/>
              </a:lnSpc>
            </a:pPr>
            <a:r>
              <a:rPr lang="en-US" sz="2999" spc="74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Summarize key points discussed in the presentation</a:t>
            </a:r>
          </a:p>
          <a:p>
            <a:pPr algn="l">
              <a:lnSpc>
                <a:spcPts val="4199"/>
              </a:lnSpc>
            </a:pPr>
            <a:r>
              <a:rPr lang="en-US" sz="2999" spc="74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Reinforce the significance of digital marketing for businesses in today's digital age</a:t>
            </a:r>
          </a:p>
          <a:p>
            <a:pPr algn="l">
              <a:lnSpc>
                <a:spcPts val="4199"/>
              </a:lnSpc>
            </a:pPr>
            <a:r>
              <a:rPr lang="en-US" sz="2999" spc="74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Encourage the audience to explore and implement digital marketing strategies to stay competitive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0256400" y="0"/>
            <a:ext cx="8031600" cy="10287000"/>
            <a:chOff x="0" y="0"/>
            <a:chExt cx="916957" cy="117445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916957" cy="1174453"/>
            </a:xfrm>
            <a:custGeom>
              <a:avLst/>
              <a:gdLst/>
              <a:ahLst/>
              <a:cxnLst/>
              <a:rect r="r" b="b" t="t" l="l"/>
              <a:pathLst>
                <a:path h="1174453" w="916957">
                  <a:moveTo>
                    <a:pt x="0" y="0"/>
                  </a:moveTo>
                  <a:lnTo>
                    <a:pt x="916957" y="0"/>
                  </a:lnTo>
                  <a:lnTo>
                    <a:pt x="916957" y="1174453"/>
                  </a:lnTo>
                  <a:lnTo>
                    <a:pt x="0" y="1174453"/>
                  </a:lnTo>
                  <a:close/>
                </a:path>
              </a:pathLst>
            </a:custGeom>
            <a:blipFill>
              <a:blip r:embed="rId2"/>
              <a:stretch>
                <a:fillRect l="0" t="-8593" r="0" b="-8593"/>
              </a:stretch>
            </a:blipFill>
          </p:spPr>
        </p:sp>
      </p:grpSp>
      <p:sp>
        <p:nvSpPr>
          <p:cNvPr name="Freeform 5" id="5"/>
          <p:cNvSpPr/>
          <p:nvPr/>
        </p:nvSpPr>
        <p:spPr>
          <a:xfrm flipH="false" flipV="false" rot="-4217647">
            <a:off x="13907904" y="6692971"/>
            <a:ext cx="5235034" cy="4673458"/>
          </a:xfrm>
          <a:custGeom>
            <a:avLst/>
            <a:gdLst/>
            <a:ahLst/>
            <a:cxnLst/>
            <a:rect r="r" b="b" t="t" l="l"/>
            <a:pathLst>
              <a:path h="4673458" w="5235034">
                <a:moveTo>
                  <a:pt x="0" y="0"/>
                </a:moveTo>
                <a:lnTo>
                  <a:pt x="5235034" y="0"/>
                </a:lnTo>
                <a:lnTo>
                  <a:pt x="5235034" y="4673458"/>
                </a:lnTo>
                <a:lnTo>
                  <a:pt x="0" y="467345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242216" y="104778"/>
            <a:ext cx="2971040" cy="921022"/>
          </a:xfrm>
          <a:custGeom>
            <a:avLst/>
            <a:gdLst/>
            <a:ahLst/>
            <a:cxnLst/>
            <a:rect r="r" b="b" t="t" l="l"/>
            <a:pathLst>
              <a:path h="921022" w="2971040">
                <a:moveTo>
                  <a:pt x="0" y="0"/>
                </a:moveTo>
                <a:lnTo>
                  <a:pt x="2971040" y="0"/>
                </a:lnTo>
                <a:lnTo>
                  <a:pt x="2971040" y="921022"/>
                </a:lnTo>
                <a:lnTo>
                  <a:pt x="0" y="92102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7698372" y="7837714"/>
            <a:ext cx="2558028" cy="2741041"/>
          </a:xfrm>
          <a:custGeom>
            <a:avLst/>
            <a:gdLst/>
            <a:ahLst/>
            <a:cxnLst/>
            <a:rect r="r" b="b" t="t" l="l"/>
            <a:pathLst>
              <a:path h="2741041" w="2558028">
                <a:moveTo>
                  <a:pt x="0" y="0"/>
                </a:moveTo>
                <a:lnTo>
                  <a:pt x="2558028" y="0"/>
                </a:lnTo>
                <a:lnTo>
                  <a:pt x="2558028" y="2741041"/>
                </a:lnTo>
                <a:lnTo>
                  <a:pt x="0" y="274104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5813672" y="-871833"/>
            <a:ext cx="2891256" cy="3098110"/>
          </a:xfrm>
          <a:custGeom>
            <a:avLst/>
            <a:gdLst/>
            <a:ahLst/>
            <a:cxnLst/>
            <a:rect r="r" b="b" t="t" l="l"/>
            <a:pathLst>
              <a:path h="3098110" w="2891256">
                <a:moveTo>
                  <a:pt x="0" y="0"/>
                </a:moveTo>
                <a:lnTo>
                  <a:pt x="2891256" y="0"/>
                </a:lnTo>
                <a:lnTo>
                  <a:pt x="2891256" y="3098110"/>
                </a:lnTo>
                <a:lnTo>
                  <a:pt x="0" y="309811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858221" y="2196818"/>
            <a:ext cx="6530740" cy="10858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399"/>
              </a:lnSpc>
            </a:pPr>
            <a:r>
              <a:rPr lang="en-US" sz="7999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Conclusion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7243029" y="-1888523"/>
            <a:ext cx="4137367" cy="4114800"/>
          </a:xfrm>
          <a:custGeom>
            <a:avLst/>
            <a:gdLst/>
            <a:ahLst/>
            <a:cxnLst/>
            <a:rect r="r" b="b" t="t" l="l"/>
            <a:pathLst>
              <a:path h="4114800" w="4137367">
                <a:moveTo>
                  <a:pt x="0" y="0"/>
                </a:moveTo>
                <a:lnTo>
                  <a:pt x="4137368" y="0"/>
                </a:lnTo>
                <a:lnTo>
                  <a:pt x="413736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1" id="11"/>
          <p:cNvSpPr/>
          <p:nvPr/>
        </p:nvSpPr>
        <p:spPr>
          <a:xfrm flipH="false" flipV="false" rot="0">
            <a:off x="-1039984" y="7837714"/>
            <a:ext cx="4137367" cy="4114800"/>
          </a:xfrm>
          <a:custGeom>
            <a:avLst/>
            <a:gdLst/>
            <a:ahLst/>
            <a:cxnLst/>
            <a:rect r="r" b="b" t="t" l="l"/>
            <a:pathLst>
              <a:path h="4114800" w="4137367">
                <a:moveTo>
                  <a:pt x="0" y="0"/>
                </a:moveTo>
                <a:lnTo>
                  <a:pt x="4137368" y="0"/>
                </a:lnTo>
                <a:lnTo>
                  <a:pt x="413736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2" id="12"/>
          <p:cNvSpPr/>
          <p:nvPr/>
        </p:nvSpPr>
        <p:spPr>
          <a:xfrm flipH="false" flipV="false" rot="0">
            <a:off x="-28575" y="-9525"/>
            <a:ext cx="1839874" cy="1839874"/>
          </a:xfrm>
          <a:custGeom>
            <a:avLst/>
            <a:gdLst/>
            <a:ahLst/>
            <a:cxnLst/>
            <a:rect r="r" b="b" t="t" l="l"/>
            <a:pathLst>
              <a:path h="1839874" w="1839874">
                <a:moveTo>
                  <a:pt x="0" y="0"/>
                </a:moveTo>
                <a:lnTo>
                  <a:pt x="1839874" y="0"/>
                </a:lnTo>
                <a:lnTo>
                  <a:pt x="1839874" y="1839874"/>
                </a:lnTo>
                <a:lnTo>
                  <a:pt x="0" y="1839874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6525421" y="9151904"/>
            <a:ext cx="733879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DAG7BLRsJOg</dc:identifier>
  <dcterms:modified xsi:type="dcterms:W3CDTF">2011-08-01T06:04:30Z</dcterms:modified>
  <cp:revision>1</cp:revision>
  <dc:title>Red Yellow Abstract Shape Digital Marketing Presentation</dc:title>
</cp:coreProperties>
</file>